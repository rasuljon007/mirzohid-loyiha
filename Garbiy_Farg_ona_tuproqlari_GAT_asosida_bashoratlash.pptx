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4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33.8</c:v>
                </c:pt>
                <c:pt idx="1">
                  <c:v>35.2</c:v>
                </c:pt>
                <c:pt idx="2">
                  <c:v>37.0</c:v>
                </c:pt>
                <c:pt idx="3">
                  <c:v>39.3</c:v>
                </c:pt>
                <c:pt idx="4">
                  <c:v>35.1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4894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[tegishli farmon / qaror raqami va sanasi]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071217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 sathi va minerallashuvi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darajasi, paxta va gʻalla hosildorligi (tumanlar kesimida)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modelni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5286667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53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96192" y="183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36192" y="2130000"/>
          <a:ext cx="5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2020–2024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(2020–2024) va gʻalla (2017–2022) hosili toʻgʻrisidagi maʼlumotlar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