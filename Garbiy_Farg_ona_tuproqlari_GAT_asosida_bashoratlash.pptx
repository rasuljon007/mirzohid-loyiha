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darajasi, paxta va gʻalla hosildorligi (tumanlar kesimida)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modelni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