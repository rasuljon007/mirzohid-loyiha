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2"/>
            <c:spPr>
              <a:solidFill>
                <a:srgbClr val="A4521D"/>
              </a:solidFill>
            </c:spPr>
          </c:dPt>
          <c:cat>
            <c:strRef>
              <c:f>Sheet1!$A$2:$A$5</c:f>
              <c:strCache>
                <c:ptCount val="4"/>
                <c:pt idx="0">
                  <c:v>Daryo uzanidan</c:v>
                </c:pt>
                <c:pt idx="1">
                  <c:v>Ichki soy va daryolar</c:v>
                </c:pt>
                <c:pt idx="2">
                  <c:v>Zovurlar</c:v>
                </c:pt>
                <c:pt idx="3">
                  <c:v>Yer osti suvlari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2831.7</c:v>
                </c:pt>
                <c:pt idx="1">
                  <c:v>491.3</c:v>
                </c:pt>
                <c:pt idx="2">
                  <c:v>53.9</c:v>
                </c:pt>
                <c:pt idx="3">
                  <c:v>53.7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paxta va gʻalla hosildorligi, suv olish va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manbalari boʻyicha olingan suv, mln m³ (jami 3 430,6)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500000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450000"/>
            <a:ext cx="6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suvi (53,9 mln m³) — qaytariladigan suvning sugʻorishda qayta ishlatilishi; u olingan suvning atigi 1,6% ini tashkil etadi.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ming 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 (sugʻoriladigan 257,9 ming ganing 9%); asosan Mingbuloq (15,2) va Pop (7,7) tumanlari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Suv limiti 2 441 dan 3 181,6 mln m³ gacha oshirilgan; amalda olingan suv oshirilgan limitga teng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115,4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suv ombori hajmi: 127,5 (2022) → 121,9 (2023) → 115,4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hisoboti (2019–2020 yillar) va suv omborlari hajmi (2022–2024)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