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 va suv omborlari rejimi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2023–24); asosan Mingbuloq (15,0 ming ga) tumani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