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darajasi, paxta va gʻalla hosildorligi (tumanlar kesimida)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modelni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Jalaquduq va Shahrixon tumanlari: kontur va fermer kesimida ekin maydonlari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3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0000" y="1830000"/>
            <a:ext cx="42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2026 yil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0000" y="2150000"/>
            <a:ext cx="4296192" cy="18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0000" y="2320000"/>
            <a:ext cx="383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D2A24"/>
                </a:solidFill>
                <a:latin typeface="Inter"/>
              </a:rPr>
              <a:t>Jalaquduq tumani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0000" y="280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maydoni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00000" y="2800000"/>
            <a:ext cx="216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1D2A24"/>
                </a:solidFill>
                <a:latin typeface="Inter"/>
              </a:rPr>
              <a:t>17 485 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0000" y="317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0000" y="3170000"/>
            <a:ext cx="216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1D2A24"/>
                </a:solidFill>
                <a:latin typeface="Inter"/>
              </a:rPr>
              <a:t>4 073 ga · 23%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0000" y="354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Bugʻdoy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00000" y="3540000"/>
            <a:ext cx="216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1D2A24"/>
                </a:solidFill>
                <a:latin typeface="Inter"/>
              </a:rPr>
              <a:t>6 166 ga · 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0000" y="4130000"/>
            <a:ext cx="4296192" cy="18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0000" y="4300000"/>
            <a:ext cx="383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D2A24"/>
                </a:solidFill>
                <a:latin typeface="Inter"/>
              </a:rPr>
              <a:t>Shahrixon tumani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0000" y="478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maydoni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0000" y="4780000"/>
            <a:ext cx="216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1D2A24"/>
                </a:solidFill>
                <a:latin typeface="Inter"/>
              </a:rPr>
              <a:t>16 065 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0000" y="515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0000" y="5150000"/>
            <a:ext cx="216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1D2A24"/>
                </a:solidFill>
                <a:latin typeface="Inter"/>
              </a:rPr>
              <a:t>5 650 ga · 35%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0000" y="5520000"/>
            <a:ext cx="17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Bugʻdoy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0000" y="5520000"/>
            <a:ext cx="216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>
                <a:solidFill>
                  <a:srgbClr val="1D2A24"/>
                </a:solidFill>
                <a:latin typeface="Inter"/>
              </a:rPr>
              <a:t>6 402 ga · 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Jalaquduq va Shahrixon 2026 yil ekin joylashtirish rejalari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